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81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6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0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82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6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44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53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85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5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8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08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14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79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08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35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2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19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4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106984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2304E"/>
                </a:solidFill>
              </a:defRPr>
            </a:pPr>
            <a:r>
              <a:t>AI COLLEGE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B6F7E"/>
                </a:solidFill>
              </a:defRPr>
            </a:pPr>
            <a:r>
              <a:t>Internship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B6F7E"/>
                </a:solidFill>
              </a:defRPr>
            </a:pPr>
            <a:r>
              <a:t>12-Week Industrial Training – iGAP Technologies Pvt.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2044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B6F7E"/>
                </a:solidFill>
              </a:defRPr>
            </a:pPr>
            <a:r>
              <a:t>Department of Computer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2336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B6F7E"/>
                </a:solidFill>
              </a:defRPr>
            </a:pPr>
            <a:r>
              <a:t>Government Residence Women Polytechnic, Tasgaon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B6F7E"/>
                </a:solidFill>
              </a:defRPr>
            </a:pPr>
            <a:r>
              <a:t>Academic Year 2026–27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Students study from lengthy college notes, textbooks and PDF documents.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Finding specific information manually is time-consuming.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Traditional PDF readers mainly provide keyword search.</a:t>
            </a:r>
          </a:p>
          <a:p>
            <a:pPr>
              <a:spcAft>
                <a:spcPts val="1200"/>
              </a:spcAft>
              <a:defRPr sz="1700">
                <a:solidFill>
                  <a:srgbClr val="23313D"/>
                </a:solidFill>
                <a:latin typeface="Aptos"/>
              </a:defRPr>
            </a:pPr>
            <a:r>
              <a:t>• AI College Assistant provides document-based answers and study-support features in one platform.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Finding answers from lengthy study material is difficult and time-consuming.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Students often need different tools for different study activities.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Traditional search does not provide contextual answers.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There is a need for an intelligent system that understands uploaded study material.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Upload and process college PDF documents.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Answer questions using the uploaded study material.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Generate concise study summaries.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Generate practice MCQs.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Generate important examination questions.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Store and manage chat history.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Python – Programming language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Streamlit – Web interface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PyMuPDF – PDF text extraction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LangChain – RAG and document processing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HuggingFace Sentence Transformers – semantic embeddings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FAISS – vector database and similarity search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Google Gemini – AI response generation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SQLite – chat history storage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Start → Upload PDF → Extract Text → Text Chunking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→ Generate Embeddings → Store in FAISS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→ User Question → Similarity Search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→ Retrieve Relevant Chunks → RAG Context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→ Gemini AI → Display Answer → Save Chat History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t>HOW RAG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1. PDF content is divided into smaller chunks.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2. Each chunk is converted into a numerical embedding.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3. Embeddings are stored in FAISS.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4. The user's question is matched with relevant document vectors.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5. Relevant chunks are retrieved as context.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6. Gemini generates an answer using the retrieved information.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t>MAIN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AI Chat – Ask questions in natural language.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Study Summary – Generate concise revision notes.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MCQ Generator – Create practice questions.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Important Questions – Generate exam-oriented questions.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Chat History – Store, view and clear previous conversations.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PDF text extraction using PyMuPDF.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Chunk size: 1000 characters; overlap: 200 characters.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Embedding model: sentence-transformers/all-MiniLM-L6-v2.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FAISS performs semantic similarity search.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RAG connects retrieved context with Gemini.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SQLite stores question, answer and date/time.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t>TESTING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PDF upload – Pass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Text extraction – Pass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Empty PDF error handling – Pass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Chunking and FAISS creation – Pass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AI Chat – Pass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Summary, MCQ and Important Questions – Pass*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Chat History and Clear History – Pass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*AI-generation features depend on Gemini API availability and quota.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Integrating multiple AI and NLP libraries.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Implementing semantic retrieval using FAISS.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Choosing suitable chunk size and overlap.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Connecting RAG with Gemini API.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Handling API errors and quota limitations.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Processing different PDF formats and large documents.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Deployment on Streamlit Cloud.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OCR support for scanned PDFs.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Multiple PDF support.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Advanced embedding and hybrid search.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Page-level citations in AI answers.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User authentication and personalized profiles.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Multilingual and voice-based question answering.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Interactive MCQ tests and study-progress dashboard.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AI College Assistant makes studying from lengthy PDFs easier.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It combines PDF processing, embeddings, FAISS, RAG and Generative AI.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It provides AI Chat, Summary, MCQs, Important Questions and Chat History.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The project demonstrates a practical use of AI for education.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t>• It can be expanded into a personalized AI learning platform.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2304E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B6F7E"/>
                </a:solidFill>
              </a:defRPr>
            </a:pPr>
            <a:r>
              <a:t>Questions &amp; Answers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</TotalTime>
  <Words>676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amruta2008</dc:creator>
  <cp:keywords/>
  <dc:description>generated using python-pptx</dc:description>
  <cp:lastModifiedBy>TEJUJADHAD</cp:lastModifiedBy>
  <cp:revision>2</cp:revision>
  <dcterms:created xsi:type="dcterms:W3CDTF">2013-01-27T09:14:16Z</dcterms:created>
  <dcterms:modified xsi:type="dcterms:W3CDTF">2026-08-23T13:59:59Z</dcterms:modified>
  <cp:category/>
</cp:coreProperties>
</file>