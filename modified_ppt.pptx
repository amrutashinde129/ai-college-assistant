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A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9" d="100"/>
          <a:sy n="79" d="100"/>
        </p:scale>
        <p:origin x="101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72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9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3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97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59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03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56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94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1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7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04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4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3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54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43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0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11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6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ymindoman.com/is-our-brain-the-source-of-our-life-is-matter-the-source-of-mind-spirit-a-contemplative-mysticism-view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2304E"/>
                </a:solidFill>
              </a:defRPr>
            </a:pPr>
            <a:r>
              <a:rPr dirty="0"/>
              <a:t>AI COLLEGE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9639" y="2514600"/>
            <a:ext cx="3262240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B6F7E"/>
                </a:solidFill>
              </a:defRPr>
            </a:pPr>
            <a:r>
              <a:rPr lang="en-IN" sz="1900" dirty="0">
                <a:latin typeface="Aptos"/>
              </a:rPr>
              <a:t>Internship Project Presentation</a:t>
            </a:r>
            <a:endParaRPr sz="1900" dirty="0"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rPr dirty="0"/>
              <a:t>12-Week Industrial Training – </a:t>
            </a:r>
            <a:r>
              <a:rPr dirty="0" err="1"/>
              <a:t>iGAP</a:t>
            </a:r>
            <a:r>
              <a:rPr dirty="0"/>
              <a:t> Technologies Pvt.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2044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t>Department of Computer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2336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t>Government Residence Women Polytechnic, Tasgaon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B6F7E"/>
                </a:solidFill>
              </a:defRPr>
            </a:pPr>
            <a:r>
              <a:rPr dirty="0"/>
              <a:t>Academic Year 2026–27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DF44EA-10EF-4C84-968F-07FD08D50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55324" y="1171211"/>
            <a:ext cx="1934182" cy="116050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6052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             </a:t>
            </a:r>
            <a:r>
              <a:rPr dirty="0"/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</a:t>
            </a:r>
            <a:r>
              <a:rPr dirty="0"/>
              <a:t>• Students study from lengthy college notes, textbooks and PDF documents.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</a:t>
            </a:r>
            <a:r>
              <a:rPr dirty="0"/>
              <a:t>• Finding specific information manually is time-consuming.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</a:t>
            </a:r>
            <a:r>
              <a:rPr dirty="0"/>
              <a:t>• Traditional PDF readers mainly provide keyword search.</a:t>
            </a:r>
          </a:p>
          <a:p>
            <a:pPr>
              <a:spcAft>
                <a:spcPts val="1200"/>
              </a:spcAft>
              <a:defRPr sz="17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</a:t>
            </a:r>
            <a:r>
              <a:rPr dirty="0"/>
              <a:t>• AI College Assistant provides document-based answers and study-support features in one platform.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4484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            </a:t>
            </a:r>
            <a:r>
              <a:rPr dirty="0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</a:t>
            </a:r>
            <a:r>
              <a:rPr dirty="0"/>
              <a:t>• Finding answers from lengthy study material is difficult and time-consuming.</a:t>
            </a:r>
            <a:endParaRPr lang="en-US" dirty="0"/>
          </a:p>
          <a:p>
            <a:pPr algn="just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• Students often need different tools for different study activities.</a:t>
            </a:r>
          </a:p>
          <a:p>
            <a:pPr algn="just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</a:t>
            </a:r>
            <a:r>
              <a:rPr dirty="0"/>
              <a:t>• Traditional search does not provide contextual answers.</a:t>
            </a:r>
          </a:p>
          <a:p>
            <a:pPr algn="just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</a:t>
            </a:r>
            <a:r>
              <a:rPr dirty="0"/>
              <a:t>• There is a need for an intelligent system that understands uploaded study material.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29988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             </a:t>
            </a:r>
            <a:r>
              <a:rPr dirty="0"/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  </a:t>
            </a:r>
            <a:r>
              <a:rPr dirty="0"/>
              <a:t>• Upload and process college PDF documents.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   </a:t>
            </a:r>
            <a:r>
              <a:rPr dirty="0"/>
              <a:t>• Answer questions using the uploaded study material.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   </a:t>
            </a:r>
            <a:r>
              <a:rPr dirty="0"/>
              <a:t>• Generate concise study summaries.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   </a:t>
            </a:r>
            <a:r>
              <a:rPr dirty="0"/>
              <a:t>• Generate practice MCQs.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   </a:t>
            </a:r>
            <a:r>
              <a:rPr dirty="0"/>
              <a:t>• Generate important examination questions.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US" dirty="0"/>
              <a:t>                    </a:t>
            </a:r>
            <a:r>
              <a:rPr dirty="0"/>
              <a:t>• Store and manage chat history.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01752"/>
            <a:ext cx="42925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		</a:t>
            </a:r>
            <a:r>
              <a:rPr dirty="0"/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Python – Programming language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dirty="0" err="1"/>
              <a:t>Streamlit</a:t>
            </a:r>
            <a:r>
              <a:rPr lang="en-IN" dirty="0"/>
              <a:t> – Web interface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dirty="0" err="1"/>
              <a:t>PyMuPDF</a:t>
            </a:r>
            <a:r>
              <a:rPr lang="en-IN" dirty="0"/>
              <a:t> – PDF text extraction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dirty="0" err="1"/>
              <a:t>LangChain</a:t>
            </a:r>
            <a:r>
              <a:rPr lang="en-IN" dirty="0"/>
              <a:t> – RAG and document processing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dirty="0" err="1"/>
              <a:t>HuggingFace</a:t>
            </a:r>
            <a:r>
              <a:rPr lang="en-IN" dirty="0"/>
              <a:t> Sentence Transformers – semantic embeddings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FAISS – vector database and similarity search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Google Gemini – AI response generation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 dirty="0"/>
              <a:t>• SQLite – chat history storage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42032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2"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IN" dirty="0"/>
              <a:t>SYSTEM 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E92F3-33F5-4243-B9CD-C9B67F1DE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86" y="689894"/>
            <a:ext cx="6348168" cy="6109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8350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		</a:t>
            </a:r>
            <a:r>
              <a:rPr dirty="0"/>
              <a:t>HOW RAG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1. PDF content is divided into smaller chunks.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2. Each chunk is converted into a numerical embedding.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3. Embeddings are stored in FAISS.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4. The user's question is matched with relevant document vectors.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5. Relevant chunks are retrieved as context.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6. Gemini generates an answer using the retrieved information.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E6E1E8-ACB5-4163-8AC1-ABE34160B199}"/>
              </a:ext>
            </a:extLst>
          </p:cNvPr>
          <p:cNvSpPr/>
          <p:nvPr/>
        </p:nvSpPr>
        <p:spPr>
          <a:xfrm>
            <a:off x="1760706" y="2315183"/>
            <a:ext cx="3103124" cy="210117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5A9FB-7333-4E2B-82E3-18740810C9AE}"/>
              </a:ext>
            </a:extLst>
          </p:cNvPr>
          <p:cNvSpPr txBox="1"/>
          <p:nvPr/>
        </p:nvSpPr>
        <p:spPr>
          <a:xfrm>
            <a:off x="2071991" y="2772383"/>
            <a:ext cx="2538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lgerian" panose="04020705040A02060702" pitchFamily="82" charset="0"/>
              </a:rPr>
              <a:t>Main Features</a:t>
            </a:r>
            <a:endParaRPr lang="en-IN" sz="3600" b="1" dirty="0">
              <a:latin typeface="Algerian" panose="04020705040A02060702" pitchFamily="82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4EB7A8-D4F6-4F90-AE61-A1C44315C1B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863830" y="3365770"/>
            <a:ext cx="26361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A335ECB-89FD-41CE-AC42-BC2ABA7FF57D}"/>
              </a:ext>
            </a:extLst>
          </p:cNvPr>
          <p:cNvCxnSpPr>
            <a:cxnSpLocks/>
          </p:cNvCxnSpPr>
          <p:nvPr/>
        </p:nvCxnSpPr>
        <p:spPr>
          <a:xfrm flipV="1">
            <a:off x="4863830" y="1958826"/>
            <a:ext cx="2464342" cy="789109"/>
          </a:xfrm>
          <a:prstGeom prst="bentConnector3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644BD75-D704-4375-8F86-B40F549E68CB}"/>
              </a:ext>
            </a:extLst>
          </p:cNvPr>
          <p:cNvCxnSpPr>
            <a:cxnSpLocks/>
          </p:cNvCxnSpPr>
          <p:nvPr/>
        </p:nvCxnSpPr>
        <p:spPr>
          <a:xfrm>
            <a:off x="4896256" y="3725825"/>
            <a:ext cx="2717261" cy="432882"/>
          </a:xfrm>
          <a:prstGeom prst="bentConnector3">
            <a:avLst>
              <a:gd name="adj1" fmla="val 54296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46C1F48-B87D-44C0-838F-778F56FD89F0}"/>
              </a:ext>
            </a:extLst>
          </p:cNvPr>
          <p:cNvCxnSpPr>
            <a:cxnSpLocks/>
          </p:cNvCxnSpPr>
          <p:nvPr/>
        </p:nvCxnSpPr>
        <p:spPr>
          <a:xfrm flipV="1">
            <a:off x="4863830" y="2552652"/>
            <a:ext cx="2850205" cy="579524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6598BF0-023C-4AD1-BA6C-277A51763094}"/>
              </a:ext>
            </a:extLst>
          </p:cNvPr>
          <p:cNvCxnSpPr>
            <a:cxnSpLocks/>
          </p:cNvCxnSpPr>
          <p:nvPr/>
        </p:nvCxnSpPr>
        <p:spPr>
          <a:xfrm>
            <a:off x="4721081" y="4272775"/>
            <a:ext cx="2843875" cy="508205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F9F8775A-E165-4572-BA99-E8EF73C0D585}"/>
              </a:ext>
            </a:extLst>
          </p:cNvPr>
          <p:cNvSpPr/>
          <p:nvPr/>
        </p:nvSpPr>
        <p:spPr>
          <a:xfrm>
            <a:off x="7328172" y="1439694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>
                <a:solidFill>
                  <a:schemeClr val="bg2"/>
                </a:solidFill>
              </a:rPr>
              <a:t>AI Chat – Ask questions in natural language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1D7EBEE-B1E8-44E8-B410-29076C5ABBC8}"/>
              </a:ext>
            </a:extLst>
          </p:cNvPr>
          <p:cNvSpPr/>
          <p:nvPr/>
        </p:nvSpPr>
        <p:spPr>
          <a:xfrm>
            <a:off x="7519484" y="2251436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Study Summary – Generate concise revision notes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71C3C97-D5A6-48E1-91B1-97C37AAA8B0E}"/>
              </a:ext>
            </a:extLst>
          </p:cNvPr>
          <p:cNvSpPr/>
          <p:nvPr/>
        </p:nvSpPr>
        <p:spPr>
          <a:xfrm>
            <a:off x="7500026" y="3025308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MCQ Generator – Create practice questions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FCCEA08-6E04-4DBC-B1EF-C8A137061CDE}"/>
              </a:ext>
            </a:extLst>
          </p:cNvPr>
          <p:cNvSpPr/>
          <p:nvPr/>
        </p:nvSpPr>
        <p:spPr>
          <a:xfrm>
            <a:off x="7454786" y="3799180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</a:t>
            </a:r>
          </a:p>
          <a:p>
            <a:r>
              <a:rPr lang="en-IN" dirty="0"/>
              <a:t>Generate exam-oriented questions.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F7035CD-EF03-44DC-A79C-C0F52FF8C2DD}"/>
              </a:ext>
            </a:extLst>
          </p:cNvPr>
          <p:cNvSpPr/>
          <p:nvPr/>
        </p:nvSpPr>
        <p:spPr>
          <a:xfrm>
            <a:off x="7519484" y="4467101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  <a:p>
            <a:r>
              <a:rPr lang="en-IN" dirty="0"/>
              <a:t>Chat History – Store, view and clear previous conversations</a:t>
            </a:r>
            <a:endParaRPr lang="en-IN" dirty="0">
              <a:solidFill>
                <a:schemeClr val="bg2"/>
              </a:solidFill>
            </a:endParaRP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392A903-DBC1-4B2D-B736-5A61D435AAEE}"/>
              </a:ext>
            </a:extLst>
          </p:cNvPr>
          <p:cNvCxnSpPr>
            <a:cxnSpLocks/>
          </p:cNvCxnSpPr>
          <p:nvPr/>
        </p:nvCxnSpPr>
        <p:spPr>
          <a:xfrm flipV="1">
            <a:off x="4766553" y="859497"/>
            <a:ext cx="2354094" cy="1493884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1B4C098-E1A8-4FE5-876F-F2B3BD41D12F}"/>
              </a:ext>
            </a:extLst>
          </p:cNvPr>
          <p:cNvCxnSpPr/>
          <p:nvPr/>
        </p:nvCxnSpPr>
        <p:spPr>
          <a:xfrm>
            <a:off x="4551117" y="4486295"/>
            <a:ext cx="2846964" cy="1128409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010111B1-8B15-42B4-BDFA-2FB9D236E2C0}"/>
              </a:ext>
            </a:extLst>
          </p:cNvPr>
          <p:cNvSpPr/>
          <p:nvPr/>
        </p:nvSpPr>
        <p:spPr>
          <a:xfrm>
            <a:off x="7110920" y="510691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bg2"/>
                </a:solidFill>
              </a:rPr>
              <a:t>Student Profile-Saves profile once logged in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670096E-37A0-49B0-AA64-40B1F0574E71}"/>
              </a:ext>
            </a:extLst>
          </p:cNvPr>
          <p:cNvSpPr/>
          <p:nvPr/>
        </p:nvSpPr>
        <p:spPr>
          <a:xfrm>
            <a:off x="7120647" y="5320018"/>
            <a:ext cx="4053190" cy="700517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Study Planning- Makes study planning properly</a:t>
            </a:r>
            <a:endParaRPr lang="en-IN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9948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            </a:t>
            </a:r>
            <a:r>
              <a:rPr dirty="0"/>
              <a:t>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9D44E-6FE6-4661-9723-C2D3F59D46D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263" y="475488"/>
            <a:ext cx="6021421" cy="64634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C3658A-E0E2-4D8D-979D-7B34770EDFBE}"/>
              </a:ext>
            </a:extLst>
          </p:cNvPr>
          <p:cNvSpPr/>
          <p:nvPr/>
        </p:nvSpPr>
        <p:spPr>
          <a:xfrm>
            <a:off x="1527243" y="580977"/>
            <a:ext cx="3463046" cy="523220"/>
          </a:xfrm>
          <a:prstGeom prst="rect">
            <a:avLst/>
          </a:prstGeom>
          <a:ln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TESTING &amp; RESULTS</a:t>
            </a:r>
            <a:endParaRPr lang="en-IN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DCDA4B-7B47-4509-9B97-7492CA5B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82226"/>
              </p:ext>
            </p:extLst>
          </p:nvPr>
        </p:nvGraphicFramePr>
        <p:xfrm>
          <a:off x="2276272" y="2393004"/>
          <a:ext cx="8618707" cy="3547678"/>
        </p:xfrm>
        <a:graphic>
          <a:graphicData uri="http://schemas.openxmlformats.org/drawingml/2006/table">
            <a:tbl>
              <a:tblPr/>
              <a:tblGrid>
                <a:gridCol w="4217397">
                  <a:extLst>
                    <a:ext uri="{9D8B030D-6E8A-4147-A177-3AD203B41FA5}">
                      <a16:colId xmlns:a16="http://schemas.microsoft.com/office/drawing/2014/main" val="100470814"/>
                    </a:ext>
                  </a:extLst>
                </a:gridCol>
                <a:gridCol w="4401310">
                  <a:extLst>
                    <a:ext uri="{9D8B030D-6E8A-4147-A177-3AD203B41FA5}">
                      <a16:colId xmlns:a16="http://schemas.microsoft.com/office/drawing/2014/main" val="409202495"/>
                    </a:ext>
                  </a:extLst>
                </a:gridCol>
              </a:tblGrid>
              <a:tr h="586416">
                <a:tc>
                  <a:txBody>
                    <a:bodyPr/>
                    <a:lstStyle/>
                    <a:p>
                      <a:r>
                        <a:rPr lang="en-IN" sz="1500" dirty="0"/>
                        <a:t>Test Case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Result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46724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/>
                        <a:t>PDF Upload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084489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 dirty="0"/>
                        <a:t>Text Extraction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138973"/>
                  </a:ext>
                </a:extLst>
              </a:tr>
              <a:tr h="461902">
                <a:tc>
                  <a:txBody>
                    <a:bodyPr/>
                    <a:lstStyle/>
                    <a:p>
                      <a:r>
                        <a:rPr lang="en-IN" sz="1500"/>
                        <a:t>Empty PDF Handling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94250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 dirty="0"/>
                        <a:t>Chunking &amp; FAISS Creation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64457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/>
                        <a:t>AI Chat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25571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/>
                        <a:t>Study Summary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02624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/>
                        <a:t>MCQ Generation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95435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/>
                        <a:t>Important Questions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717846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r>
                        <a:rPr lang="en-IN" sz="1500"/>
                        <a:t>Chat History &amp; Clear History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✅ PASS</a:t>
                      </a:r>
                    </a:p>
                  </a:txBody>
                  <a:tcPr marL="78105" marR="78105" marT="39052" marB="390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31789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7679BD-49E1-4975-A569-3F82D528A4EC}"/>
              </a:ext>
            </a:extLst>
          </p:cNvPr>
          <p:cNvCxnSpPr>
            <a:cxnSpLocks/>
          </p:cNvCxnSpPr>
          <p:nvPr/>
        </p:nvCxnSpPr>
        <p:spPr>
          <a:xfrm>
            <a:off x="2276272" y="2889115"/>
            <a:ext cx="8389218" cy="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C323E3-E357-4107-839A-C33F724BF51A}"/>
              </a:ext>
            </a:extLst>
          </p:cNvPr>
          <p:cNvCxnSpPr/>
          <p:nvPr/>
        </p:nvCxnSpPr>
        <p:spPr>
          <a:xfrm>
            <a:off x="6887183" y="2393004"/>
            <a:ext cx="0" cy="3570051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EF2E0D-1BC5-415B-BC4B-EABEB307E507}"/>
              </a:ext>
            </a:extLst>
          </p:cNvPr>
          <p:cNvCxnSpPr>
            <a:cxnSpLocks/>
          </p:cNvCxnSpPr>
          <p:nvPr/>
        </p:nvCxnSpPr>
        <p:spPr>
          <a:xfrm flipV="1">
            <a:off x="2276272" y="2393004"/>
            <a:ext cx="8443164" cy="38911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89EA70-C320-4675-BD51-C5C717ED2D40}"/>
              </a:ext>
            </a:extLst>
          </p:cNvPr>
          <p:cNvCxnSpPr>
            <a:cxnSpLocks/>
          </p:cNvCxnSpPr>
          <p:nvPr/>
        </p:nvCxnSpPr>
        <p:spPr>
          <a:xfrm>
            <a:off x="2266545" y="2431915"/>
            <a:ext cx="9727" cy="353114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9C3DF4-9066-4D67-AD98-4E1045D40E1C}"/>
              </a:ext>
            </a:extLst>
          </p:cNvPr>
          <p:cNvCxnSpPr>
            <a:cxnSpLocks/>
          </p:cNvCxnSpPr>
          <p:nvPr/>
        </p:nvCxnSpPr>
        <p:spPr>
          <a:xfrm>
            <a:off x="2276272" y="5963055"/>
            <a:ext cx="8375515" cy="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391627-58BD-4EA0-81E6-F327D2B27D7B}"/>
              </a:ext>
            </a:extLst>
          </p:cNvPr>
          <p:cNvCxnSpPr>
            <a:cxnSpLocks/>
          </p:cNvCxnSpPr>
          <p:nvPr/>
        </p:nvCxnSpPr>
        <p:spPr>
          <a:xfrm flipH="1">
            <a:off x="10651788" y="2412459"/>
            <a:ext cx="23429" cy="3550596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0296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		</a:t>
            </a:r>
            <a:r>
              <a:rPr dirty="0"/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35607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C086DD-16BE-42DD-AD63-0FA2ED6B0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926978"/>
              </p:ext>
            </p:extLst>
          </p:nvPr>
        </p:nvGraphicFramePr>
        <p:xfrm>
          <a:off x="1789889" y="1474023"/>
          <a:ext cx="9936872" cy="2926080"/>
        </p:xfrm>
        <a:graphic>
          <a:graphicData uri="http://schemas.openxmlformats.org/drawingml/2006/table">
            <a:tbl>
              <a:tblPr/>
              <a:tblGrid>
                <a:gridCol w="4927516">
                  <a:extLst>
                    <a:ext uri="{9D8B030D-6E8A-4147-A177-3AD203B41FA5}">
                      <a16:colId xmlns:a16="http://schemas.microsoft.com/office/drawing/2014/main" val="4199393466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2935458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How we addressed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46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 dirty="0"/>
                        <a:t>🔗 Multiple AI/NLP 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modules with clear responsibilities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67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🔎 Semantic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Used embeddings + FAISS similarity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932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📄 Chunk size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Tuned chunk size and overlap for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45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🤖 RAG + Gemini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Connected retrieved context with 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88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⚠️ API errors &amp; quota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Added error handling and dependency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908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📚 Large / varied PDFs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Added PDF extraction and empty-file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41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☁️ </a:t>
                      </a:r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Configured dependencies and deployment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235099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EE9F45-E7A6-4C95-B3E7-22078FD4044D}"/>
              </a:ext>
            </a:extLst>
          </p:cNvPr>
          <p:cNvCxnSpPr>
            <a:cxnSpLocks/>
          </p:cNvCxnSpPr>
          <p:nvPr/>
        </p:nvCxnSpPr>
        <p:spPr>
          <a:xfrm>
            <a:off x="1877438" y="1837060"/>
            <a:ext cx="946112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17669B-B97F-4AB4-A074-1F3B8FCC7008}"/>
              </a:ext>
            </a:extLst>
          </p:cNvPr>
          <p:cNvSpPr/>
          <p:nvPr/>
        </p:nvSpPr>
        <p:spPr>
          <a:xfrm>
            <a:off x="2188723" y="1104089"/>
            <a:ext cx="3297677" cy="1859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OCR support for scanned PDFs.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Multiple PDF support</a:t>
            </a:r>
            <a:endParaRPr lang="en-IN" dirty="0"/>
          </a:p>
        </p:txBody>
      </p:sp>
      <p:sp>
        <p:nvSpPr>
          <p:cNvPr id="12" name="Flowchart: Preparation 11">
            <a:extLst>
              <a:ext uri="{FF2B5EF4-FFF2-40B4-BE49-F238E27FC236}">
                <a16:creationId xmlns:a16="http://schemas.microsoft.com/office/drawing/2014/main" id="{235A5554-3E38-4692-A104-19ACB179612A}"/>
              </a:ext>
            </a:extLst>
          </p:cNvPr>
          <p:cNvSpPr/>
          <p:nvPr/>
        </p:nvSpPr>
        <p:spPr>
          <a:xfrm>
            <a:off x="5019472" y="2751175"/>
            <a:ext cx="2344366" cy="1647086"/>
          </a:xfrm>
          <a:prstGeom prst="flowChartPreparati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7A5C27-A489-4A81-B991-15174FBF5D7F}"/>
              </a:ext>
            </a:extLst>
          </p:cNvPr>
          <p:cNvSpPr/>
          <p:nvPr/>
        </p:nvSpPr>
        <p:spPr>
          <a:xfrm>
            <a:off x="6974732" y="1080447"/>
            <a:ext cx="3297677" cy="190702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Multilingual and voice-based question answering.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Interactive MCQ tests and study-progress dashboard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ED7848-1AB6-41D7-98D6-8ABF9B94550E}"/>
              </a:ext>
            </a:extLst>
          </p:cNvPr>
          <p:cNvSpPr/>
          <p:nvPr/>
        </p:nvSpPr>
        <p:spPr>
          <a:xfrm>
            <a:off x="2188722" y="4185611"/>
            <a:ext cx="3297677" cy="1859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Advanced embedding and hybrid search.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B57A4DF-F547-4749-B56F-8D7D62643C65}"/>
              </a:ext>
            </a:extLst>
          </p:cNvPr>
          <p:cNvSpPr/>
          <p:nvPr/>
        </p:nvSpPr>
        <p:spPr>
          <a:xfrm>
            <a:off x="6896910" y="4185611"/>
            <a:ext cx="3297677" cy="1859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Page-level citations in AI answers.</a:t>
            </a:r>
          </a:p>
          <a:p>
            <a:pPr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lang="en-IN"/>
              <a:t>• User authentication and personalized profiles.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D9AD7C-8274-4BA0-8EBC-60CD6C9196DA}"/>
              </a:ext>
            </a:extLst>
          </p:cNvPr>
          <p:cNvSpPr txBox="1"/>
          <p:nvPr/>
        </p:nvSpPr>
        <p:spPr>
          <a:xfrm>
            <a:off x="5564222" y="3061787"/>
            <a:ext cx="1410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Future Scope</a:t>
            </a:r>
            <a:endParaRPr lang="en-IN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30891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E"/>
                </a:solidFill>
                <a:latin typeface="Aptos Display"/>
              </a:defRPr>
            </a:pPr>
            <a:r>
              <a:rPr lang="en-US" dirty="0"/>
              <a:t>		</a:t>
            </a:r>
            <a:r>
              <a:rPr dirty="0"/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AI College Assistant makes studying from lengthy PDFs easier.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It combines PDF processing, embeddings, FAISS, RAG and Generative AI.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It provides AI Chat, Summary, MCQs, Important Questions and Chat History.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The project demonstrates a practical use of AI for education.</a:t>
            </a:r>
          </a:p>
          <a:p>
            <a:pPr lvl="2">
              <a:spcAft>
                <a:spcPts val="1200"/>
              </a:spcAft>
              <a:defRPr sz="1900">
                <a:solidFill>
                  <a:srgbClr val="23313D"/>
                </a:solidFill>
                <a:latin typeface="Aptos"/>
              </a:defRPr>
            </a:pPr>
            <a:r>
              <a:rPr dirty="0"/>
              <a:t>• It can be expanded into a personalized AI learning platform.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D8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6043" y="2907792"/>
            <a:ext cx="519962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2304E"/>
                </a:solidFill>
              </a:defRPr>
            </a:pPr>
            <a:r>
              <a:rPr sz="7200" dirty="0"/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89</TotalTime>
  <Words>610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Aptos</vt:lpstr>
      <vt:lpstr>Aptos Display</vt:lpstr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amruta2008</dc:creator>
  <cp:keywords/>
  <dc:description>generated using python-pptx</dc:description>
  <cp:lastModifiedBy>TEJUJADHAD</cp:lastModifiedBy>
  <cp:revision>11</cp:revision>
  <dcterms:created xsi:type="dcterms:W3CDTF">2013-01-27T09:14:16Z</dcterms:created>
  <dcterms:modified xsi:type="dcterms:W3CDTF">2026-08-27T14:25:16Z</dcterms:modified>
  <cp:category/>
</cp:coreProperties>
</file>